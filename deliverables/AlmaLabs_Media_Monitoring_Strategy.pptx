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1371600" cy="5486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Media Monitoring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2800" b="0">
                <a:solidFill>
                  <a:srgbClr val="AABBCC"/>
                </a:solidFill>
                <a:latin typeface="Calibri"/>
              </a:defRPr>
            </a:pPr>
            <a:r>
              <a:t>Competitor Capabilities &amp; Product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8899AA"/>
                </a:solidFill>
                <a:latin typeface="Calibri"/>
              </a:defRPr>
            </a:pPr>
            <a:r>
              <a:t>What the top players offer, where they fail, and what Alma News should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0077B6"/>
                </a:solidFill>
                <a:latin typeface="Calibri"/>
              </a:defRPr>
            </a:pPr>
            <a:r>
              <a:t>Research base: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99AABB"/>
                </a:solidFill>
                <a:latin typeface="Calibri"/>
              </a:defRPr>
            </a:pPr>
            <a:r>
              <a:t>4 competitor product teardowns (Meltwater, Cision, Muck Rack, Brand24)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99AABB"/>
                </a:solidFill>
                <a:latin typeface="Calibri"/>
              </a:defRPr>
            </a:pPr>
            <a:r>
              <a:t>425 Reddit threads from r/PublicRelations with full comment trees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99AABB"/>
                </a:solidFill>
                <a:latin typeface="Calibri"/>
              </a:defRPr>
            </a:pPr>
            <a:r>
              <a:t>Feature-by-feature comparison across 13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778899"/>
                </a:solidFill>
                <a:latin typeface="Calibri"/>
              </a:defRPr>
            </a:pPr>
            <a:r>
              <a:t>February 2026  |  Swajan  |  AlmaLabs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371600"/>
            <a:ext cx="365760" cy="3657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53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77B6"/>
                </a:solidFill>
                <a:latin typeface="Calibri"/>
              </a:defRPr>
            </a:pPr>
            <a:r>
              <a:t>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We researched the top 3 media monitoring companies — Meltwater ($500M revenue), Cision ($850-950M), Muck Rack ($143M). All charge $15K–$100K/year. Users are unhappy with all three. G2 ratings: 3.8–4.6. Across 425 Reddit threads in the largest PR community (45K members), the common message is that none of these tools work well.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651760"/>
            <a:ext cx="365760" cy="3657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33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77B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7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They collect articles but don't help users understand them. Sentiment analysis is inaccurate (65–75% accuracy). Reports need to be rebuilt manually. Users don't trust the output.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13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77B6"/>
                </a:solidFill>
                <a:latin typeface="Calibri"/>
              </a:defRPr>
            </a:pPr>
            <a:r>
              <a:t>WHERE WE 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Alma News already has the data side working — monitoring, scraping, matching, clustering, sentiment — for global clients. The missing pieces are on the output side: dashboard, alerts, reports, and smarter summarization.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212079"/>
            <a:ext cx="365760" cy="3657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937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77B6"/>
                </a:solidFill>
                <a:latin typeface="Calibri"/>
              </a:defRPr>
            </a:pPr>
            <a:r>
              <a:t>THIS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8639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Maps every competitor feature into three categories — must have, good to have, and competitive advantage — and identifies 3 structural advantages that competitors can't copy because doing so would hurt their sales process, pricing model, or existing client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77B6"/>
                </a:solidFill>
                <a:latin typeface="Calibr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Global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Global Market — Who They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Cision makes 2x Meltwater's revenue with half the G2 rating — they're locked in by contracts, not product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80160"/>
          <a:ext cx="10789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Meltwater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Muck Rack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Brand24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Positioning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 intelligence</a:t>
                      </a:r>
                      <a:br/>
                      <a:r>
                        <a:t>Broadest data, AI-first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End-to-end comms</a:t>
                      </a:r>
                      <a:br/>
                      <a:r>
                        <a:t>Largest DB, owns PR Newswire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 management</a:t>
                      </a:r>
                      <a:br/>
                      <a:r>
                        <a:t>Best UX, workflow-focused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Affordable monitoring</a:t>
                      </a:r>
                      <a:br/>
                      <a:r>
                        <a:t>Self-serve, SMB-focused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~$500M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~$850-950M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$143.1M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~$12M ARR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27,000+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100,000+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~5,000-6,000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~3,685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ARPU (annual)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~$18,500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~$15-25K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$23,850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$3,168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G2 Rating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4.0/5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3.8/5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4.6/5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4.6/5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G2 Ease of Use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7.8/10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7.2/10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9.0/10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9.2/10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G2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Medium-High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 ("black hole")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9.3/10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9.5/10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Target Segment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Enterprise, Mid-Market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Enterprise, Mid-Market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Mid-Market → Enterprise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SMB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669280"/>
            <a:ext cx="1078992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INSIGHT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Muck Rack and Brand24 both score 4.6 on G2 but Muck Rack charges 7x more. The difference is the sales process, not what users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Global Market — How They Sell &amp; What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Brand24 is built for users to try before buying. The other three are built for sales teams to close before users 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8016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Meltwater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Muck Rack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Brand24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Sales-led, demo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Sales-led, demo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Sales-led, demo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Self-serve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Onboarding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2-4 weeks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2-4 weeks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1-2 days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Under 10 minutes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$15K-100K+/yr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$6K-100K+/yr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$5K-53K+/yr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$948-4,788/yr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 pricing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Monthly billing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 trial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 (14 days)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Renewal hikes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20-50%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17% (new)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reported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Auto-renewal traps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30-60 day window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Buried on page 47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CSM + legal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reported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Sentiment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Won't disclose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65-75%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70-75% (rules)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95% (EN), 60-70% others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How Media Monitoring Works — The Generic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Every tool follows the same 5 steps. Where they differ is how much manual work the client still does.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03120" cy="164592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l">
              <a:spcAft>
                <a:spcPts val="400"/>
              </a:spcAft>
              <a:defRPr sz="1000" b="1">
                <a:solidFill>
                  <a:srgbClr val="0077B6"/>
                </a:solidFill>
                <a:latin typeface="Calibri"/>
              </a:defRPr>
            </a:pPr>
            <a:r>
              <a:t>Step 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Setup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Client tells the tool what to track</a:t>
            </a:r>
            <a:br/>
            <a:r>
              <a:t>(brand name, competitors, keywords)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086381120" y="246888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2103120" cy="164592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l">
              <a:spcAft>
                <a:spcPts val="400"/>
              </a:spcAft>
              <a:defRPr sz="1000" b="1">
                <a:solidFill>
                  <a:srgbClr val="0077B6"/>
                </a:solidFill>
                <a:latin typeface="Calibri"/>
              </a:defRPr>
            </a:pPr>
            <a:r>
              <a:t>Step 2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Collection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Tool pulls articles from news,</a:t>
            </a:r>
            <a:br/>
            <a:r>
              <a:t>social, blogs, wire services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088804280" y="246888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1828800"/>
            <a:ext cx="2103120" cy="1645920"/>
          </a:xfrm>
          <a:prstGeom prst="roundRect">
            <a:avLst/>
          </a:prstGeom>
          <a:solidFill>
            <a:srgbClr val="EBF5FB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l">
              <a:spcAft>
                <a:spcPts val="400"/>
              </a:spcAft>
              <a:defRPr sz="1000" b="1">
                <a:solidFill>
                  <a:srgbClr val="0077B6"/>
                </a:solidFill>
                <a:latin typeface="Calibri"/>
              </a:defRPr>
            </a:pPr>
            <a:r>
              <a:t>Step 3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Processing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Filter irrelevant results, group</a:t>
            </a:r>
            <a:br/>
            <a:r>
              <a:t>related articles, tag sentiment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091227440" y="246888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1828800"/>
            <a:ext cx="2103120" cy="164592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l"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/>
              </a:defRPr>
            </a:pPr>
            <a:r>
              <a:t>Step 4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Presentation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Client sees results in dashboard</a:t>
            </a:r>
            <a:br/>
            <a:r>
              <a:t>— articles, charts, scores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093650600" y="2468880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49840" y="1828800"/>
            <a:ext cx="2103120" cy="164592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l"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/>
              </a:defRPr>
            </a:pPr>
            <a:r>
              <a:t>Step 5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Delivery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Alerts (email, Slack) and</a:t>
            </a:r>
            <a:br/>
            <a:r>
              <a:t>reports (PDF, CSV)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B2A4A"/>
                </a:solidFill>
                <a:latin typeface="Calibri"/>
              </a:defRPr>
            </a:pPr>
            <a:r>
              <a:t>Alma News today covers Steps 1-3: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Keyword setup, article scraping, matching, clustering, sentiment. We already run 11-category sentiment analysis on our alumni product — adapting for media monitoring is proven capability, not new R&amp;D.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The gaps are in Steps 4-5: presentation and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77B6"/>
                </a:solidFill>
                <a:latin typeface="Calibr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Competitor Deep Dives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Meltwater —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Media intelligence — broadest data coverage, AI-first analytics  |  ~$500M revenue  |  27,000+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Setup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Boolean queries or AI Search Assistant (plain English → Boolean). 7+ wizard steps. 2-4 weeks with CSM.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Monitor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"Explore" feed shows articles with headline, source, sentiment, reach. Also "Monitor" for saved feeds — two places for similar things.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Analyze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Customizable widgets — sentiment trends, volume, geographic breakdown, share of voice. City-level data (unique).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Report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AI executive summaries + cover images. PDF, CSV, JSON feeds. Shareable live links.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3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Alerts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Real-time email + mobile push. AI explains WHY a spike happened. Slack &amp; Teams.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UNIQUE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08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GenAI Lens — tracks brands in ChatGPT/Gemini/Claude answers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AI Search Assistant — plain English to Boolean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Entity-level sentiment — brand-specific even in multi-brand articles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Image/logo recognition in social posts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270,000+ news sources, 500M+ pieces/day ingested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754880"/>
            <a:ext cx="1078992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THE MAIN PROBLEM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10+ sections with overlapping functionality. Powerful but takes weeks to learn. Users: "the tool that can do everything but takes forever to figure out."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Cision —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End-to-end communications — largest database, owns PR Newswire  |  ~$850-950M revenue  |  100,000+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Setup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Boolean queries manually — no AI assist. Must learn AND/OR/NOT/NEAR. 2-4 weeks, 3 training sessions.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Monitor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"Mention Streams" inbox-style list. Headline, sentiment badge, React Score, engagement. Sort by date/relevance/reach.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Discover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Largest journalist database (700K-1M+ contacts). Search by beat, geography, outlet, influence.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Distribute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 Newswire (owned) — write, target, distribute press releases, then track pickup. Unique closed loop.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3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Analyze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Custom dashboard widgets. "React Score" — crisis detection from 17 NLP models, 0-600 scale. Unique.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UNIQUE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08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PR Newswire (owned) — distribute + track pickup in one system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React Score — 17 NLP models for crisis detection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Largest journalist database (700K-1M+ contacts)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300,000+ editorial calendar opportunities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Human-curated print monitoring in UK (95-99% accuracy)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754880"/>
            <a:ext cx="1078992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THE MAIN PROBLEM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Feels like 4 products stitched together — Cision + Brandwatch + TrendKite + PR Newswire (all acquisitions). Brandwatch requires a different login. G2 ease of use: 7.2/10 — worst in category.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Muck Rack —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PR management — journalist-first, best UX, workflow-focused  |  $143.1M revenue  |  G2 ease of use: 9.0/10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Setup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"Trackers" — Boolean searches across 5 sources simultaneously. Deduplicated. 1-2 days with CSM.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Monitor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Article feed + "Spike Alerts" (ML detects unusual volume, AI summarizes why). Topic filter auto-excludes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Discover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~250K journalist contacts. Journalists maintain their own profiles for free hosting. Self-updating.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Pitch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Integrated email with tracking. "Pitch Coverage Detection" — auto-detects when pitched journalist publishes.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3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Report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Coverage Reports auto-populate. "PR Hit Score" — composite metric with adjustable weights.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5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AI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"Generative Pulse" — tracks brand in ChatGPT/Claude/Gemini/Perplexity. $3K extra/year.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UNIQUE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508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Two-sided marketplace — journalists maintain own profiles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Pitch Coverage Detection — links pitches to published coverage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Media List Agent (beta Feb 2026) — first AI agent in PR SaaS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Single codebase — no acquisitions, everything feels consistent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PR Hit Score — customizable composite metric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54880"/>
            <a:ext cx="1078992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THE MAIN PROBLEM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US-centric — first non-US office just opened (UK, Oct 2024). No mobile app. Pricing rising — $34K/year for 12 seats, 17% renewal hike. AI acknowledged as lagging vs Meltwater.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Brand24 —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Affordable monitoring — self-serve, transparent pricing, SMB-focused  |  ~$12M ARR  |  G2: 4.6/5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Setup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Sign up online. Type keyword, select language, click "Create Project." Results in minutes. Under 10 min total.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Monitor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Mentions feed from news, social, blogs, Reddit. Color-coded sentiment. Update frequency by plan 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Analyze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Pre-built charts — volume, sentiment, sources, geographic, emoji analysis. No custom dashboards.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AI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"AI Brand Assistant" — chat interface. Ask questions about your data, get answers with cited mentions.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3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LLM Listening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"Chatbeat" — monitors 8+ AI models (ChatGPT, Gemini, Claude, Perplexity, DeepSeek, Grok, Copilot).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2335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Reports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One-click infographic reports. White-labeled PDFs from $129/month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UNIQUE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508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Self-serve onboarding — under 10 min, no human involved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Public pricing ($79-$399/month), monthly billing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14-day free trial, no credit card required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Chatbeat — monitors 8+ LLMs, most comprehensive AI citation tracking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NeurIPS-published sentiment research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•  6-emotion detection (Admiration, Joy, Anger, Disgust, Fear, Sadness)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54880"/>
            <a:ext cx="1078992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spcAft>
                <a:spcPts val="400"/>
              </a:spcAft>
              <a:defRPr sz="900" b="1">
                <a:solidFill>
                  <a:srgbClr val="C0392B"/>
                </a:solidFill>
                <a:latin typeface="Calibri"/>
              </a:defRPr>
            </a:pPr>
            <a:r>
              <a:t>THE MAIN PROBLEM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journalist database. No paywalled content (no WSJ/FT/Bloomberg). Standard Twitter API misses 70-90% of tweets. Non-English sentiment: 60-70%. Being absorbed into Adobe through Semrush — future uncertain.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77B6"/>
                </a:solidFill>
                <a:latin typeface="Calibr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Gap &amp; What to 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One Gap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Data collection gaps are closing. The output gap stays wide open.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Competitors are adding AI features fast — Meltwater has AI summaries, Brand24 claims 95% English sentiment, 3 of 4 now track AI citations.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1078992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output is broken.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Every monitoring tool ends the same way: a dashboard with "327 mentions, 68% positive, 80M potential reach."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No PR team sends this to leadership. They export, open PowerPoint, and spend hours rebuilding.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B2A4A"/>
                </a:solidFill>
                <a:latin typeface="Calibri"/>
              </a:defRPr>
            </a:pPr>
            <a:r>
              <a:t>This is the #1 complaint category: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30% of Meltwater's negative G2 reviews mention reporting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30% of Muck Rack's negative G2 reviews mention reporting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Reddit users describe the same cycle: "pull data, open PowerPoint, rebuild"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Competitors can't fix this — changing the output format breaks templates that 27,000+ clients (Meltwater) and 100,000+ clients (Cision) depend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120640"/>
            <a:ext cx="10789920" cy="1371600"/>
          </a:xfrm>
          <a:prstGeom prst="rect">
            <a:avLst/>
          </a:prstGeom>
          <a:solidFill>
            <a:srgbClr val="F0F7EB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spcAft>
                <a:spcPts val="4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WHAT THE OUTPUT SHOULD LOOK LIKE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"Coverage this week focused on the CFO's comments at Davos. 14 outlets picked it up, led by Reuters. Tone was skeptical — most articles questioned the revenue guidance. This is a shift from last month. The Reuters piece is being cited by ChatGPT. Recommended: prepare a response before earnings."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1">
                <a:solidFill>
                  <a:srgbClr val="1B2A4A"/>
                </a:solidFill>
                <a:latin typeface="Calibri"/>
              </a:defRPr>
            </a:pPr>
            <a:r>
              <a:t>That's one LLM call on top of clustered articles. We already cluster. The gap is the last mile.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Must Have — The Core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8 features to complete the PR team's workflow. Without any one, the product doesn't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A PR person's day has 3 modes:  Morning check  |  Active monitoring  |  Weekly reporting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3736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19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Monitoring Feed — the screen where the user lives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Not a list of articles. A list of stories. Clusters as cards — each shows: AI-generated headline, article count, top sources (logos), sentiment badge, trend arrow (↑ growing / → steady / ↓ fading), time range. Click to expand. Different from every competitor: stories first, articles second.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73736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719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Boolean Search +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057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AND, OR, NOT, NEAR operators. Exact phrases. Parentheses for grouping. Sidebar filters: date range, source type, sentiment, geography, outlet name. Without Boolean, agencies can't set up precise monitoring. Separates a toy from a tool.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02336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05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Deduplication — invisible but 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43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User never sees this as a feature. When Reuters publishes something and 20 outlets syndicate it, the feed shows one card: "Reuters: Q4 results — appeared in 20 outlets." Without this, the feed is noise. Must ship with source expansion.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577840"/>
            <a:ext cx="1078992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INSIGHT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We show stories first, articles second. Meltwater shows articles across 10+ modules. Cision shows mention streams. Simpler, faster for the morning check.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Must Have —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What the system tells you without being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Sentiment — with a one-line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Badge alone is useless. We show badge + why.</a:t>
            </a:r>
            <a:br/>
            <a:r>
              <a:t>Negative (red): "Questions product reliability after customer complaints"</a:t>
            </a:r>
            <a:br/>
            <a:r>
              <a:t>Positive (green): "Highlights new feature launch, quotes CEO favorably"</a:t>
            </a:r>
            <a:br/>
            <a:r>
              <a:t>One LLM call per article. We already run 11-category sentiment on our alumni product — this is adapting proven capability, not new R&amp;D.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371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Email Alerts — two types, nothing more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Daily digest: "Yesterday: 23 articles, 4 stories. Top story: [X]. One negative cluster growing."</a:t>
            </a:r>
            <a:br/>
            <a:r>
              <a:t>Spike alert: "12 articles in 2 hours about [X]. Normal: 3-4/day."</a:t>
            </a:r>
            <a:br/>
            <a:r>
              <a:t>Two modes only: daily summary + "something is happening right now."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84048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221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Volume Spikes — visual indicator on the 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When a story gains traction faster than normal, the cluster card gets a visual flag. "This story: 3 articles yesterday, 14 today, still growing." The spike email handles it when you're away. The visual indicator handles it when you're in the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577840"/>
            <a:ext cx="1078992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INSIGHT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The difference between a tool that shows what happened and one that tells you what's happening right now. PR teams need to catch stories before they blow up, not after.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Must Have — Output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What you take away from the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Dashboard — the "screenshot for leadership"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Separate tab. Four charts: volume over time (line), sentiment breakdown (bar), top sources, top stories. Time selector: 7d / 30d / 90d / custom. Must look clean enough to screenshot and paste into a slide — that's literally how people use dashboards at Meltwater today.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371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Export — PDF and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PDF: One-click dashboard export. Charts + top stories + sentiment. Clean enough to email.</a:t>
            </a:r>
            <a:br/>
            <a:r>
              <a:t>CSV: Raw data — every article with date, source, headline, URL, sentiment, cluster ID. For Excel teams.</a:t>
            </a:r>
            <a:br/>
            <a:r>
              <a:t>In V2, this becomes the AI briefing — auto-generated narrative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40480"/>
            <a:ext cx="1078992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l">
              <a:spcAft>
                <a:spcPts val="400"/>
              </a:spcAft>
              <a:defRPr sz="900" b="1">
                <a:solidFill>
                  <a:srgbClr val="666666"/>
                </a:solidFill>
                <a:latin typeface="Calibri"/>
              </a:defRPr>
            </a:pPr>
            <a:r>
              <a:t>NOT IN V1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AI briefing report  •  Slack/Teams  •  API access  •  Competitive benchmarking  •  Mobile app  •  AI citation tracking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These move to Good to Have and Competitive Advantage.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Good to Have — Quick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Weeks to build, not months. The natural V2 requests after using V1 for a month.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Slack/Teams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 teams live in Slack. Spike alert in Slack vs email = 30 seconds vs 30 minutes. Same two message types as email — morning digest + spike. Click → opens cluster in product. Webhook integration. Meltwater/Cision have both. Muck Rack: Slack only.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371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API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Agencies want raw data in Tableau, PowerBI, Google Sheets. REST API with article/cluster/sentiment endpoints. API key per client, rate-limited by tier. Premium upsell — Muck Rack gates behind $25K+ Premier plan.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57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Mobile Access (PWA)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Not a native app — progressive web app. Same product, responsive layout. Cluster cards stack vertically, charts resize. No app store. 80% of native app value at 10% of the cost. Meltwater/Cision have native apps. Muck Rack has nothing.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Good to Have — Strategic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Not just features — each one is a product direction that requires a real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Competitive Benchmarking + Share of 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Second most common question: "How are we doing vs [competitor]?" User sets up monitoring for own brand + competitors. "Compare" tab: article volume side-by-side, sentiment comparison, source overlap, share of voice %. This is what agencies pay for — Meltwater charges enterprise pricing partly for this.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2004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821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Multi-Language Sentiment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Global clients get non-English coverage. Brand24 drops to 60-70% for non-English. Muck Rack: English-only NLTK. LLM-based sentiment (already built for one-line reasons in V1) handles multiple languages better — GPT-4/Claude strong across European and Asian languages. Needs testing per language before selling.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Competitive Advantage — AI Briefing That Replaces the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What competitors can't copy because doing so would break how they make 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Every PR team using Meltwater, Cision, or Muck Rack does the same thing every Monday: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B2A4A"/>
                </a:solidFill>
                <a:latin typeface="Calibri"/>
              </a:defRPr>
            </a:pPr>
            <a:r>
              <a:t>Export data from dashboard → Open PowerPoint → Spend hours rebuilding into something leadership can read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30% of negative G2 reviews for both Meltwater and Muck Rack mention this exact problem.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1463040"/>
          </a:xfrm>
          <a:prstGeom prst="rect">
            <a:avLst/>
          </a:prstGeom>
          <a:solidFill>
            <a:srgbClr val="F0F7EB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spcAft>
                <a:spcPts val="4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WHAT THE CLIENT RECEIVES EVERY MORNING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"Coverage this week focused on the CFO's comments at Davos. 14 outlets picked it up, led by Reuters. Tone was skeptical — most articles questioned the revenue guidance. This is a shift from last month, when coverage was neutral. The Reuters piece is the most shared. Recommended: prepare a response to the revenue narrative before earnings next week."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0077B6"/>
                </a:solidFill>
                <a:latin typeface="Calibri"/>
              </a:defRPr>
            </a:pPr>
            <a:r>
              <a:t>HOW IT WORKS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We already cluster articles. Run an LLM on each day's clusters — what happened, why it matters, what changed from yesterday. One API call per cluster. Delivered as email or in-app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480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C0392B"/>
                </a:solidFill>
                <a:latin typeface="Calibri"/>
              </a:defRPr>
            </a:pPr>
            <a:r>
              <a:t>WHY COMPETITORS CAN'T DO THIS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Replacing dashboards with AI summaries reduces time-in-product, which Meltwater and Cision use to justify $15K-100K/year pricing. A briefing that answers the question in 30 seconds undermines their pricing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Competitive Advantage — Business Model +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Structural advantages that can't be copied without breaking how competitors operate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53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Self-Serve Onboarding + Transparent 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Meltwater: 2-4 weeks, CSM required. Cision: 2-4 weeks, 3 training sessions. Muck Rack: 1-2 days. All annual-only, 17-50% renewal hikes.</a:t>
            </a:r>
            <a:br/>
            <a:br/>
            <a:r>
              <a:t>Our model: Website → see pricing → pick plan → enter keywords → see results in minutes. Monthly billing. Cancel anytime.</a:t>
            </a:r>
            <a:br/>
            <a:br/>
            <a:r>
              <a:t>Brand24 built $12M ARR on this exact model. The big 3 can't switch — their revenue depends on sales reps closing annual contracts. Self-serve kills the sales team. Monthly billing breaks revenue recognition.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657600"/>
            <a:ext cx="320040" cy="32004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1B2A4A"/>
                </a:solidFill>
                <a:latin typeface="Calibri"/>
              </a:defRPr>
            </a:pPr>
            <a:r>
              <a:t>Reddit Deep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776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Reddit is where honest brand opinions live and crises surface first. But tools either ignore it or scan headlines only.</a:t>
            </a:r>
            <a:br/>
            <a:br/>
            <a:r>
              <a:t>Meltwater: surface level. Cision: via Brandwatch (separate login). Muck Rack: nothing. Brand24: standard API (misses 70-90%).</a:t>
            </a:r>
            <a:br/>
            <a:br/>
            <a:r>
              <a:t>Our approach: Same monitoring feed as news. "Your brand in r/technology — 3 threads, 47 comments, sentiment negative, growing." Click for full comment tree with per-comment sentiment. Reddit API + same matching/sentiment pipeline.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669280"/>
            <a:ext cx="1078992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  <a:defRPr sz="900" b="1">
                <a:solidFill>
                  <a:srgbClr val="0077B6"/>
                </a:solidFill>
                <a:latin typeface="Calibri"/>
              </a:defRPr>
            </a:pPr>
            <a:r>
              <a:t>INSIGHT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These advantages are durable not because they're hard to build, but because they'd break competitors' business models. AI briefings reduce engagement. Self-serve kills sales teams. Reddit requires rethinking the data model. We have none of these constraints.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0077B6"/>
                </a:solidFill>
                <a:latin typeface="Calibr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Market Position &amp; Summary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The Pricing Pyramid — Where the Gap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BCCDD"/>
                </a:solidFill>
                <a:latin typeface="Calibri"/>
              </a:defRPr>
            </a:pPr>
            <a:r>
              <a:t>The $1K-15K segment has no credible product designed for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7047" y="1280160"/>
            <a:ext cx="36576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4207" y="132588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Ultra-Premium  $40K-100K+/yr     OVERSATURATED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Players: Meltwater, Cision  |  Buyers: Fortune 500, top-10 agencies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Pay the most, still rebuild reports in PowerPoint.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2647" y="2148839"/>
            <a:ext cx="54864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9807" y="219455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Premium  $15K-40K/yr     CROWDED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Players: Meltwater, Cision, Muck Rack  |  Buyers: Mid-size companies, mid-size agencies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Muck Rack wins on UX. Others feel bloated. 2-4 weeks to onboard.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09647" y="3017520"/>
            <a:ext cx="7772400" cy="77724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46807" y="3063239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Lower-Mid  $5K-15K/yr     UNDERSERVED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Players: Muck Rack entry, Cision entry, Brand24 top  |  Buyers: Small PR teams (2-5), small agencies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0392B"/>
                </a:solidFill>
                <a:latin typeface="Calibri"/>
              </a:defRPr>
            </a:pPr>
            <a:r>
              <a:t>Worst version of each tool — limited seats, no API, least CSM attention.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5247" y="3886200"/>
            <a:ext cx="9601200" cy="77724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32407" y="3931920"/>
            <a:ext cx="9326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Budget  $1K-5K/yr     ONE PLAYER, LEAVING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Players: Brand24 alone  |  Buyers: Startups, solo consultants, SMBs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0392B"/>
                </a:solidFill>
                <a:latin typeface="Calibri"/>
              </a:defRPr>
            </a:pPr>
            <a:r>
              <a:t>G2: 4.6 but being acquired by Adobe/Semrush — future uncertain.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887" y="4754880"/>
            <a:ext cx="10789920" cy="77724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47" y="48006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200" b="1">
                <a:solidFill>
                  <a:srgbClr val="1B2A4A"/>
                </a:solidFill>
                <a:latin typeface="Calibri"/>
              </a:defRPr>
            </a:pPr>
            <a:r>
              <a:t>Below $1K/yr     NOBODY CREDIBLE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Players: Google Alerts (free), Press Ranger ($49/mo)  |  Buyers: Freelancers, tiny startups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0392B"/>
                </a:solidFill>
                <a:latin typeface="Calibri"/>
              </a:defRPr>
            </a:pPr>
            <a:r>
              <a:t>Basic alerts only. No clustering, sentiment, or dashboards.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760720"/>
            <a:ext cx="1078992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l">
              <a:spcAft>
                <a:spcPts val="400"/>
              </a:spcAft>
              <a:defRPr sz="1200" b="1">
                <a:solidFill>
                  <a:srgbClr val="0077B6"/>
                </a:solidFill>
                <a:latin typeface="Calibri"/>
              </a:defRPr>
            </a:pPr>
            <a:r>
              <a:t>THE GAP: $1K-15K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Brand24 is the only credible product under $5K and they're being acquired. $5K-15K clients get stripped-down enterprise tools. Nobody designs a product for this segment. The opportunity: build the best product for the $1K-15K client from scratch.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463040"/>
            <a:ext cx="365760" cy="3657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44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Users are unhappy with every major 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Meltwater ($500M), Cision ($850-950M), Muck Rack ($143M) — G2 ratings 3.8-4.6. Across 425 Reddit threads: none of these tools work well. Users stay because there's no credible alternative.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791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The one gap that stays open: the output is broken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Every tool collects articles. No tool produces a report leadership can read without rebuilding in PowerPoint. 30% of negative G2 reviews for Meltwater and Muck Rack are about reporting. Competitors can't fix this without breaking templates 27,000+ clients depend on.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136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The $1K-15K segment has no credible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51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Brand24 is the only option under $5K and they're being acquired. $5K-15K clients get stripped-down enterprise tools. Nobody designs a product for this segment.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166360"/>
            <a:ext cx="365760" cy="3657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48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B2A4A"/>
                </a:solidFill>
                <a:latin typeface="Calibri"/>
              </a:defRPr>
            </a:pPr>
            <a:r>
              <a:t>Three advantages competitors can't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Not because they're hard to build, but because they'd break how competitors make money. AI briefings reduce time-in-product (hurts engagement metrics). Self-serve kills the sales team (hurts revenue model). Reddit deep monitoring requires rethinking the data model. We don't have any of these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