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context.md; competitive-research/*.md (meltwater.md, cision.md, muck-rack.md, landscape-overview.md).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Interpretation: 'Must-have' = required to compete credibly in media monitoring for brands (news-first).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 directive: keep positioning simple (“Media Monitoring”), avoid AI-buzzword marketing; use assistive UX where it lowers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product.md (current pipeline + limitations).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Media Monitoring — Competitive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Top 3 products (Meltwater, Cision, Muck Rack) mapped into must-have / good-to-have / advantage features
Prepared for AlmaLabs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75569"/>
                </a:solidFill>
              </a:rPr>
              <a:t>February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Scope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Focus: Media Monitoring (not full PR suite)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Summarize core capabilities of top competitors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Bucket features into: Must-have, Good-to-have, Competitive advantage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Top competitors (snapshot)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348477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Meltwater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02757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Enterprise-grade breadth: news + social + analytics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02757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Strengths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Broadest multi-channel coverage (incl. mobile app)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Strong dashboards + BI/export APIs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LLM monitoring (“GenAI Lens”) +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30275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Watch-outs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Complex UX; learning curve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Renewal price increases common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143000"/>
            <a:ext cx="348477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137160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058" y="1920240"/>
            <a:ext cx="302757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Legacy PR standard: monitoring + database + PR Newswire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651760"/>
            <a:ext cx="302757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Strengths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Largest media database + PR workflows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React Score for crisis/risk detection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PR Newswire closed-loop distribution → pickup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4937760"/>
            <a:ext cx="30275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Watch-outs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Complex platform (many acquisitions stitched)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Boolean building still hard for most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1143000"/>
            <a:ext cx="348477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1156" y="137160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Muck 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1920240"/>
            <a:ext cx="302757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Modern UX-first PR platform: fast monitoring + pitching +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156" y="2651760"/>
            <a:ext cx="302757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Strengths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Best-in-class usability; fast onboarding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Unified monitoring across partners (Nexis/TVEyes/Keyhole)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Pitch-to-coverage attribution (unique workflow win)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4937760"/>
            <a:ext cx="30275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Watch-outs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No dedicated mobile app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Less “deep social intelligence” vs Brandwatch/Meltwater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Must-have capabilities (table stakes)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326538"/>
                <a:gridCol w="2326538"/>
                <a:gridCol w="2326539"/>
              </a:tblGrid>
              <a:tr h="448887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Meltwater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Cision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Muck Rack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Online news monitoring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Advanced search (keywords + Boolean)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Filters (date/source/geo/language)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Real-time alerts (email) + digests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Deduplication / story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Basic sentiment + volume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Dashboards + scheduled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Exports (CSV/PDF) + API/data feeds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(add-on)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Licensed/premium content via partnerships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(Factiva)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(Factiva/Nexis)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(LexisNexis)</a:t>
                      </a:r>
                    </a:p>
                  </a:txBody>
                  <a:tcPr/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Team collaboration (users/roles/sharing)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Good-to-have capabilities (common differentiators)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326538"/>
                <a:gridCol w="2326538"/>
                <a:gridCol w="2326539"/>
              </a:tblGrid>
              <a:tr h="448887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Meltwater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Cision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</a:defRPr>
                      </a:pPr>
                      <a:r>
                        <a:t>Muck Rack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Social listening (major platforms)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(Brandwatch)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Partial (Keyhole)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Mobile app w/ push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Podcasts monitoring +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Broadcast TV/radio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(regional)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(3K+ stations)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(TVEyes)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Print monitoring (clippings/OCR)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(partners)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(strong in UK)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(LexisNexis)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Slack / Microsoft Teams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Slack+Teams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Slack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Media database + outreach/pitching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(largest)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(core strength)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Press release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(PR Newswire)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(GlobeNewswire)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Image/logo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(Brandwatch)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Crisis scoring / risk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✓ (React 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Competitive advantage opportunities (what we can win 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India-first licensed coverage (regional languages + tier-2/3 publishers) with transparent source list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Accuracy layer: entity disambiguation + confidence scores + explainable matches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Setup simplicity: templates + assisted query builder (reduce Boolean pain without AI hype)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Fast alerts with clustering + executive summaries (email/Slack) and clear “why it matters”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Compliance-by-design: licensing + snippet/click-through model +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Where AlmaConnect News is today (baseline)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We already ingest large-scale public news via RSS + scraping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We match against large prospect lists and deliver alerts (snippet + URL)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Key gaps vs market: licensing, dedup/clustering, sentiment/topics, analytics/reporting, identity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MVP checklist (news-first brand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Licensing/partnerships for premium &amp; reliable feeds (non-negotiable)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Deduplication + story clustering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Entity resolution + match confidence scoring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Dashboards + scheduled reports (PDF/PPT-ready) + exports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Slack/Teams + webhooks for alert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Confirm target segment (India-first SMB vs global mid-market)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Pick 1–2 licensing paths to validate cost + coverage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Define MVP scope and timeline; run 3–5 customer discovery calls with demo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